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69080"/>
            <a:ext cx="3657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731520"/>
            <a:ext cx="73152" cy="73152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1097280"/>
            <a:ext cx="73152" cy="73152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1645920"/>
            <a:ext cx="73152" cy="73152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457200"/>
            <a:ext cx="73152" cy="73152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1371600"/>
            <a:ext cx="73152" cy="73152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00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ANALYTICS 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0515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VEHICLES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5029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745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Efficiency Analysis of Autonomous Vehicles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514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Model for Predicting Energy Consumption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Tools: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 •  Pandas  •  Matplotlib  •  Scikit-learn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537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Assignment  |  2024–2025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3200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85800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685800"/>
            <a:ext cx="4023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132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Vehicles (AVs)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 a major technological leap in transportation. They use AI, sensors, and data analytics to navigate without human input.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efficiency is critical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EVs rely on batteries with limited range. Optimizing energy usage directly extends vehicle range and lowers costs.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68580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685800"/>
            <a:ext cx="41148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7132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15568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EVs will power 50%+ of vehicles by 2040
</a:t>
            </a:r>
            <a:pPr indent="0" marL="0">
              <a:buNone/>
            </a:pPr>
            <a:r>
              <a:rPr lang="en-US" sz="125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🔋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Battery range is a top consumer concern
</a:t>
            </a:r>
            <a:pPr indent="0" marL="0">
              <a:buNone/>
            </a:pPr>
            <a:r>
              <a:rPr lang="en-US" sz="125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AVs can optimize driving to save energy
</a:t>
            </a:r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models enable real-time energy prediction
</a:t>
            </a:r>
            <a:pPr indent="0" marL="0">
              <a:buNone/>
            </a:pPr>
            <a:r>
              <a:rPr lang="en-US" sz="125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efficiency reduces carbon emissions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3200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667512"/>
            <a:ext cx="8503920" cy="7863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0408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can we predict energy consumption of an autonomous vehicle based on its speed, acceleration, and distance traveled?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11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8745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 which parameters most impact energy use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45059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41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4048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Linear Regression prediction model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298094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71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9352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 with RMSE and R² Score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351129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021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46557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Visualize key patterns and insights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09160" y="1572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874520"/>
            <a:ext cx="4114800" cy="5486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89280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Q1: Which factor affects energy the most?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09160" y="2532888"/>
            <a:ext cx="4114800" cy="5486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55117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 Can a linear model predict energy accurately?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09160" y="3191256"/>
            <a:ext cx="4114800" cy="54864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209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Q3: What is the optimal driving strategy for efficiency?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3200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85800"/>
            <a:ext cx="192024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km/h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Range: 20–120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685800"/>
            <a:ext cx="1920240" cy="18288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777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1261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1572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1828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Range: 0.5–4.0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68880" y="2377440"/>
            <a:ext cx="1920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685800"/>
            <a:ext cx="19202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777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17720" y="1261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17720" y="1572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1828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Range: 5–100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2377440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685800"/>
            <a:ext cx="1920240" cy="18288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777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66560" y="1261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(Target)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1572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1828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Range: 12–132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66560" y="2377440"/>
            <a:ext cx="1920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743200"/>
            <a:ext cx="8503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2743200"/>
            <a:ext cx="850392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761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INFORMATION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3108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150 samples generated synthetically using physics-based EV energy formula
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Formula: Energy = 0.15×Speed + 2.5×Acceleration + 0.8×Distance + 0.003×Speed² + noise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No missing values  •  Realistic value ranges  •  Based on real EV physics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3200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 (EDA)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658368"/>
          <a:ext cx="8503920" cy="18288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201168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Statistic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Speed (km/h)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Acceleration (m/s²)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Distance (km)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Energy (kWh)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Mean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67.29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2.31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52.13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73.85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Std Dev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29.65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1.02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28.63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26.51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Min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20.55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0.52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6.03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11.77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Max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118.69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3.97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99.10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131.85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26060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2907792"/>
            <a:ext cx="416052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" y="296265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Higher speed → exponentially more energy (aerodynamic drag increases with speed²)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" y="3685032"/>
            <a:ext cx="416052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" y="37398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Acceleration has the strongest per-unit impact (2.25 kWh per m/s²)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09160" y="2907792"/>
            <a:ext cx="416052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18888" y="296265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📍  Distance shows a linear, consistent energy increase (0.79 kWh/km)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09160" y="3685032"/>
            <a:ext cx="416052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18888" y="37398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🔋  Combined high speed + high acceleration = worst-case energy scenario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3200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Development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58368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58368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85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LINEAR REGRESSION?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107899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&amp; interpretable for students and engineers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7282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282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16916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Coefficients directly explain feature impact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408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408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230428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 for real-time AV systems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535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535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291693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physics are inherently linear/polynomial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661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" y="352958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model for all regression problems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658368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658368"/>
            <a:ext cx="42062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6858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MODEL LEARNED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11704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14447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+0.56 kWh / km/h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719072"/>
            <a:ext cx="32004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719072"/>
            <a:ext cx="14401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1305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24048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+2.25 kWh / m/s²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679192"/>
            <a:ext cx="32004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679192"/>
            <a:ext cx="32004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0906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3364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+0.79 kWh / km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639312"/>
            <a:ext cx="32004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639312"/>
            <a:ext cx="192024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4041648"/>
            <a:ext cx="420624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07822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Acceleration has the HIGHEST impact per unit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3200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Results &amp; Evaluation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85800"/>
            <a:ext cx="265176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0.9789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17556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97.89% of variation explained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685800"/>
            <a:ext cx="265176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685800"/>
            <a:ext cx="265176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8046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07899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4.05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00400" y="17556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kWh error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prediction error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685800"/>
            <a:ext cx="2651760" cy="1920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68580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8046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107899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0.9624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080760" y="17556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model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788920"/>
            <a:ext cx="8503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788920"/>
            <a:ext cx="8503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072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163824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Excellent model performance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R² of 0.9789 means our model explains 97.89% of variance in energy consumption.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Low prediction error: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error of only ±4.05 kWh on journeys using 12–132 kWh — under 5% error.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Linear Regression outperformed Random Forest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simpler models win when physics is linear!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3200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58368"/>
            <a:ext cx="4160520" cy="19659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955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11880" y="768096"/>
            <a:ext cx="502920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7680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44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Acceleration is the #1 Energy Driver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70992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1 m/s² increase in acceleration adds 2.25 kWh. Smooth, gradual acceleration is the most effective strategy to save battery.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160520" cy="19659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71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11880" y="2944368"/>
            <a:ext cx="502920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9443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Has a Linear Cost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kilometer adds 0.79 kWh. Route planning and trip consolidation are key for maximizing EV range.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658368"/>
            <a:ext cx="4160520" cy="196596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7955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001000" y="768096"/>
            <a:ext cx="502920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7680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344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Matters — Especially at High Speeds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170992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adds 0.56 kWh/km/h directly, plus quadratic drag at highway speeds. City driving is more efficient than highway.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2834640"/>
            <a:ext cx="4160520" cy="19659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001000" y="2944368"/>
            <a:ext cx="502920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29443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520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AVs Can Optimize All Three Factors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46320" y="388620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 human drivers, autonomous vehicles can programmatically minimize acceleration bursts, choose optimal speeds, and plan efficient routes.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3200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58368"/>
            <a:ext cx="8503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858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Linear Regression model successfully predicted EV energy consumption with R² = 0.9789 — explaining 97.89% of variability.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3657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813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81381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Speed, Acceleration, and Distance together explain virtually all of an EV's energy usage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3657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8483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2084832"/>
            <a:ext cx="81381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848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Acceleration has the highest impact per unit — smooth driving is the best energy strategy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2688336"/>
            <a:ext cx="3657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883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2688336"/>
            <a:ext cx="81381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68833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 outperformed Random Forest — physics-aligned models win on structured data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3657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3291840"/>
            <a:ext cx="81381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291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AVs have a key advantage: they can algorithmically optimize all three energy factors in real-time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" y="3895344"/>
            <a:ext cx="3657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89534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" y="3895344"/>
            <a:ext cx="81381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89534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ML pipeline is fully reusable for real-world EV datasets with minimal modification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3200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 &amp; References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1480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🌦️  Include weather, road grade, and traffic data for more accurate models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411480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📡  Use real-world EV telemetry data from open datasets (EV Project)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411480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23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Explore LSTM neural networks for time-series driving data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11480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Integrate model into live AV route planning for real-time optimization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658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REFERENCES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024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[1] Liu et al. (2020) — IEEE Trans. ITS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40817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5270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[2] Varga et al. (2019) — Energies, MDPI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91109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0299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[3] Shankar &amp; Marco (2013) — IET ITS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41401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53288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[4] Bi et al. (2022) — Applied Energy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91693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0358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[5] Fiori et al. (2016) — Transport. Res. 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572000"/>
            <a:ext cx="914400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9028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|  Questions Welcome  |  Energy Efficiency Analysis of Autonomous Vehicles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Efficiency Analysis of Autonomous Vehicles</dc:title>
  <dc:subject>PptxGenJS Presentation</dc:subject>
  <dc:creator>PptxGenJS</dc:creator>
  <cp:lastModifiedBy>PptxGenJS</cp:lastModifiedBy>
  <cp:revision>1</cp:revision>
  <dcterms:created xsi:type="dcterms:W3CDTF">2026-04-07T16:05:04Z</dcterms:created>
  <dcterms:modified xsi:type="dcterms:W3CDTF">2026-04-07T16:05:04Z</dcterms:modified>
</cp:coreProperties>
</file>